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3BFD-8D0A-BBB5-080E-6F2B8D7D8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F73A0-C943-C225-D556-7F8ED94E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3FC9B-603E-8467-A7CF-286AD5CD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6E5C9-D9AE-BC38-2CAE-CC73F925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489E4-9516-1737-A978-862737A0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3AE9-80DF-198F-DAD0-428B91AF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E5558-6EAE-7C82-D0FF-5FE0AC3D2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E998E-3DAC-9F97-1688-5C9C0233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3F921-6BAF-05FC-7DEC-F0BBBC8C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36BE5-9EA6-C440-2CD8-E3F35B52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CA56-F6AF-D4AA-5E6F-B8B56019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2BA90-6C68-D96F-2D6E-DD3E5D30D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CFDA-411D-D22F-4EA1-FB3182873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D4368-8241-DECF-D545-C7B42BDB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C425F-2612-48CB-78CA-9BA7C86B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9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031C-5DD5-858E-70A9-07ACC88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870A-947E-D3CF-6877-470554361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56D5B-D0BE-1CB6-58F4-ADB322034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AA247-CAF4-9A5B-1CE4-4EE838C0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62BD0-218F-9FD8-A8DA-811DFF46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D61C5-27F1-36FA-83C7-29295296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0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BFB9-9B90-4FE9-2FC5-EDFA17D7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85A4-2A94-C749-4149-5E94D0CE0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AA349-702B-D33A-BD43-575B88F03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99026-7430-8EEA-9AC9-1F6D4D13B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D1BF6-F4FC-9CA6-C601-F49752E7B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D8F55A-6EA8-224D-C9EC-FC8F1C9B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1990FE-9554-A5D0-FC01-B8FD59633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17438C-A7A3-32E1-8950-B72511FA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1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E8A1-1B9D-1943-DB8C-5E5B511D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F6A8D-C70F-6351-45A6-DFB0FD10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F658C-8AB0-0933-1BA5-F8F6F05F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9D249-9D80-CC39-9645-F532F592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5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E91DD-CEE6-72EF-E8F0-E68B6769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AC021-D481-5228-A3E2-D701AA1A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08E80-74E0-A3C6-CFCC-BE8328A6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3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A81F-38E9-7227-8FD4-89AC2157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D75B-C346-C107-D831-CF68F763B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1B0D6-074B-95D9-4EF5-275727CA6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0FCDC-3BA3-29C5-5EE7-5486EEFF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C2D42-A45B-DB84-0411-D1B55C79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0BC6D-FB8C-6BD1-EA11-BF73980E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8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A7A0-926E-93E6-AF88-1797A5F2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4A5E9-8E1A-3CDE-922C-49C0D6CEE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C260B-0751-1008-F404-8BC19ED1C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B064E-B1BE-64B0-37D0-4C03879C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CD300-0828-569E-1A38-8B4CF1BD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8961D-1377-2618-DC64-904F073E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3073-F38E-3735-DA2A-D2C57B81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EFCD5-4BA5-5D62-9106-D37603FD6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935CA-B9A8-C8F4-DDE5-9FAE1A8F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D79DA-A98F-3555-62F4-F94D2DDB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F5589-4638-9C13-584F-2ADBEE216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40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2DCBC-1DDA-D3A2-D0DE-0D6527AE1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BD654-82F2-10C2-F80C-3F0558821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9E05A-8518-4C99-58C9-1D265CEA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02461-1E20-8B82-BA21-BEC144A2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344BF-221D-9A17-F750-B2A8D718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41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CD715-B414-AE44-B791-A440CB39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B5AD2-21C6-40C7-C3E8-5622D6B9B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0399-9C04-CB91-C30B-91C4BC0F1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63F5F-9C58-469D-9DAD-2998EB85160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97FD-9C80-54CC-DDAF-0E94B4564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99396-BBC9-701A-6FD7-D2A9F9916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48DE2-C8E7-4BEC-B87F-1FB1BC61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6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B0FA-36FE-E29D-319F-DC04DE2B4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Full-Adder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394B9-220D-D95F-EA7A-4B5D408A4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: Phạm Minh Khánh</a:t>
            </a:r>
          </a:p>
        </p:txBody>
      </p:sp>
    </p:spTree>
    <p:extLst>
      <p:ext uri="{BB962C8B-B14F-4D97-AF65-F5344CB8AC3E}">
        <p14:creationId xmlns:p14="http://schemas.microsoft.com/office/powerpoint/2010/main" val="2604462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CE54-0559-28C8-8CDC-56A55E4A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394C-5F72-413E-48A1-355F7E677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Công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Verilog</a:t>
            </a:r>
          </a:p>
          <a:p>
            <a:r>
              <a:rPr lang="en-US" dirty="0"/>
              <a:t>4.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Constraint</a:t>
            </a:r>
          </a:p>
          <a:p>
            <a:r>
              <a:rPr lang="en-US" dirty="0"/>
              <a:t>5.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58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1601C-C2F2-13F6-E5B5-290B64E0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Công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28C13-6733-BCB7-B635-36EA1789F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82685"/>
          </a:xfrm>
        </p:spPr>
        <p:txBody>
          <a:bodyPr/>
          <a:lstStyle/>
          <a:p>
            <a:r>
              <a:rPr lang="en-US" dirty="0"/>
              <a:t>Board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: </a:t>
            </a:r>
            <a:r>
              <a:rPr lang="en-US" dirty="0" err="1"/>
              <a:t>Basys</a:t>
            </a:r>
            <a:r>
              <a:rPr lang="en-US" dirty="0"/>
              <a:t> 3 Artix-7 FPGA Board</a:t>
            </a:r>
          </a:p>
          <a:p>
            <a:r>
              <a:rPr lang="en-US" dirty="0"/>
              <a:t>Công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Verilog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board: </a:t>
            </a:r>
            <a:r>
              <a:rPr lang="en-US" dirty="0" err="1"/>
              <a:t>Vivado</a:t>
            </a:r>
            <a:r>
              <a:rPr lang="en-US" dirty="0"/>
              <a:t> 2025.2</a:t>
            </a:r>
          </a:p>
          <a:p>
            <a:r>
              <a:rPr lang="en-US" dirty="0"/>
              <a:t>Công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Full-Adder: Proteus</a:t>
            </a:r>
          </a:p>
        </p:txBody>
      </p:sp>
      <p:pic>
        <p:nvPicPr>
          <p:cNvPr id="1026" name="Picture 2" descr="Basys 3 Artix-7 FPGA Board - Akademisch">
            <a:extLst>
              <a:ext uri="{FF2B5EF4-FFF2-40B4-BE49-F238E27FC236}">
                <a16:creationId xmlns:a16="http://schemas.microsoft.com/office/drawing/2014/main" id="{639D07CB-F055-0725-202F-9458FCAF4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08310"/>
            <a:ext cx="3837992" cy="240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ch Notes">
            <a:extLst>
              <a:ext uri="{FF2B5EF4-FFF2-40B4-BE49-F238E27FC236}">
                <a16:creationId xmlns:a16="http://schemas.microsoft.com/office/drawing/2014/main" id="{60ED78B1-AF3B-67CE-D422-6E50B550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192" y="3643247"/>
            <a:ext cx="3810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hần mềm Proteus là gì">
            <a:extLst>
              <a:ext uri="{FF2B5EF4-FFF2-40B4-BE49-F238E27FC236}">
                <a16:creationId xmlns:a16="http://schemas.microsoft.com/office/drawing/2014/main" id="{D1E91305-8A35-36E8-324F-15D9B68D8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211" y="3731012"/>
            <a:ext cx="2673221" cy="267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7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F9E2-E4F1-66C3-789F-9AE92ECC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3493F-68F0-8179-3BB4-E431794CF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081"/>
            <a:ext cx="10218576" cy="786946"/>
          </a:xfrm>
        </p:spPr>
        <p:txBody>
          <a:bodyPr/>
          <a:lstStyle/>
          <a:p>
            <a:r>
              <a:rPr lang="en-US" dirty="0"/>
              <a:t>FULL-ADDER = 2 X HALF-ADDER + OR </a:t>
            </a:r>
            <a:r>
              <a:rPr lang="en-US" dirty="0">
                <a:sym typeface="Wingdings" panose="05000000000000000000" pitchFamily="2" charset="2"/>
              </a:rPr>
              <a:t> Boolean Function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7EC4CD-0A3E-5698-18C0-CFE1205B2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5027"/>
            <a:ext cx="6479044" cy="3354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59D93A-9DD3-61B1-12F0-2FA3FFB4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677" y="1027906"/>
            <a:ext cx="2286198" cy="1005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BE4CDE-3150-07D8-6619-E7CDB2630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244" y="2353469"/>
            <a:ext cx="4607252" cy="264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7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34C6-9665-2538-7A1D-6E8083C1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Verilog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8355B1-31CA-4517-9D03-711EA2B7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74285"/>
            <a:ext cx="10825065" cy="487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30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50DF-A775-1ED8-067B-11F310E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constraints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CC2BE-0652-25F6-7B78-ECB64F5DB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2206"/>
            <a:ext cx="10361443" cy="38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5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B18B5-A52B-EC83-D1E8-D4578F58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thật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830B6C-8C5E-8366-1DA6-51DFC3945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8696" y="1690688"/>
            <a:ext cx="4214607" cy="409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04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107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Mô phỏng mạch Full-Adder</vt:lpstr>
      <vt:lpstr>Các phần trong bài thuyết trình</vt:lpstr>
      <vt:lpstr>1. Công cụ sử dụng</vt:lpstr>
      <vt:lpstr>2. Mạch mô phỏng</vt:lpstr>
      <vt:lpstr>3. Lập trình Verilog</vt:lpstr>
      <vt:lpstr>4. Lập trình constraints </vt:lpstr>
      <vt:lpstr>5. Mô phỏng trên mạch thật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khanh pham</dc:creator>
  <cp:lastModifiedBy>khanh pham</cp:lastModifiedBy>
  <cp:revision>1</cp:revision>
  <dcterms:created xsi:type="dcterms:W3CDTF">2026-01-28T10:43:07Z</dcterms:created>
  <dcterms:modified xsi:type="dcterms:W3CDTF">2026-01-28T12:25:41Z</dcterms:modified>
</cp:coreProperties>
</file>